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linkedin.com/company/axa-colpatria/lif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4F78E-3913-4DC9-B93D-59146276C9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6000" dirty="0">
                <a:latin typeface="Arial" panose="020B0604020202020204" pitchFamily="34" charset="0"/>
                <a:cs typeface="Arial" panose="020B0604020202020204" pitchFamily="34" charset="0"/>
              </a:rPr>
              <a:t>Ofertas Laborales</a:t>
            </a:r>
            <a:endParaRPr lang="es-CO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52B1BE-37DF-4577-9918-B23BCC569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2856514"/>
          </a:xfrm>
        </p:spPr>
        <p:txBody>
          <a:bodyPr/>
          <a:lstStyle/>
          <a:p>
            <a:endParaRPr lang="es-MX" dirty="0"/>
          </a:p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Estefania Sánchez ciro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444262-EE0C-4568-8168-091974426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230" y="3509963"/>
            <a:ext cx="2383656" cy="272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280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CA4DEA3-EEEA-4098-8E8C-32AA30B056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3360" y="1100581"/>
            <a:ext cx="9387840" cy="514500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Rol: Front End Software Engineer Associate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CO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Empresa: ScotiaTech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CO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Herramientas obligatorias: Licenciatura en Informática o área afín. 2 años como Ingeniero de Software Front-End Experiencia con React o Angular Nivel de inglés B1.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Habilidades blandas: Comunicación asertiva, trabajo en equipo, adaptabilidad a tecnologías cambiantes.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C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9BF93C5-EA61-4090-9F15-68EA93C5D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838" y="4552750"/>
            <a:ext cx="2656440" cy="156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D4964B-BBF2-4DFE-A54A-9B605EE85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692" y="825023"/>
            <a:ext cx="10634028" cy="4996657"/>
          </a:xfrm>
        </p:spPr>
        <p:txBody>
          <a:bodyPr>
            <a:normAutofit fontScale="47500" lnSpcReduction="20000"/>
          </a:bodyPr>
          <a:lstStyle/>
          <a:p>
            <a:endParaRPr lang="es-MX" dirty="0"/>
          </a:p>
          <a:p>
            <a:pPr marL="0" indent="0">
              <a:buNone/>
            </a:pPr>
            <a:r>
              <a:rPr lang="es-CO" sz="4200" dirty="0">
                <a:latin typeface="Arial" panose="020B0604020202020204" pitchFamily="34" charset="0"/>
                <a:cs typeface="Arial" panose="020B0604020202020204" pitchFamily="34" charset="0"/>
              </a:rPr>
              <a:t>Rol: </a:t>
            </a:r>
            <a:r>
              <a:rPr kumimoji="0" lang="es-CO" altLang="es-CO" sz="4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Desarrollador PHP Junior Digital</a:t>
            </a:r>
            <a:endParaRPr lang="es-CO" sz="4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CO" sz="4200" dirty="0">
                <a:latin typeface="Arial" panose="020B0604020202020204" pitchFamily="34" charset="0"/>
                <a:cs typeface="Arial" panose="020B0604020202020204" pitchFamily="34" charset="0"/>
              </a:rPr>
              <a:t>Empresa: </a:t>
            </a:r>
            <a:r>
              <a:rPr kumimoji="0" lang="es-CO" altLang="es-CO" sz="4200" b="1" i="0" u="sng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AXA COLPATRIA</a:t>
            </a:r>
            <a:endParaRPr lang="es-CO" sz="4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kumimoji="0" lang="es-ES" altLang="es-CO" sz="4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Herramientas obligatorias:</a:t>
            </a:r>
            <a:r>
              <a:rPr kumimoji="0" lang="es-CO" altLang="es-CO" sz="4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sz="42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MX" sz="4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Experiencia previa como Desarrollador PHP Junior o similar.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MX" sz="4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Conocimientos sólidos en PHP HTML CSS y JavaScript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MX" sz="4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Familiaridad con frameworks como Laravel o Symfony.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MX" sz="4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Capacidad para trabajar en un entorno de desarrollo ágil.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MX" sz="4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Titulación en Ingeniería de Sistemas Informática o afines, </a:t>
            </a:r>
            <a:r>
              <a:rPr lang="es-MX" sz="4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Técnólogo</a:t>
            </a:r>
            <a:r>
              <a:rPr lang="es-MX" sz="4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 profesional en formación.</a:t>
            </a:r>
          </a:p>
          <a:p>
            <a:pPr marL="0" indent="0" algn="l" fontAlgn="base">
              <a:buNone/>
            </a:pPr>
            <a:r>
              <a:rPr lang="es-MX" sz="4200" dirty="0">
                <a:latin typeface="Arial" panose="020B0604020202020204" pitchFamily="34" charset="0"/>
                <a:cs typeface="Arial" panose="020B0604020202020204" pitchFamily="34" charset="0"/>
              </a:rPr>
              <a:t>Habilidades blandas:</a:t>
            </a:r>
            <a:r>
              <a:rPr lang="es-MX" sz="4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Trabajo en equipo, resolución de problemas, comunicación efectiva.</a:t>
            </a:r>
          </a:p>
          <a:p>
            <a:pPr marL="0" indent="0" algn="l" fontAlgn="base">
              <a:buNone/>
            </a:pPr>
            <a:r>
              <a:rPr lang="es-MX" sz="4200" dirty="0">
                <a:latin typeface="Arial" panose="020B0604020202020204" pitchFamily="34" charset="0"/>
                <a:cs typeface="Arial" panose="020B0604020202020204" pitchFamily="34" charset="0"/>
              </a:rPr>
              <a:t>Formación:</a:t>
            </a:r>
            <a:r>
              <a:rPr lang="es-CO" sz="4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Analista</a:t>
            </a:r>
            <a:endParaRPr lang="es-MX" sz="42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endParaRPr lang="es-MX" sz="29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745EC1-A434-4FD7-8140-6E75CDFF2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160" y="743614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  <a:hlinkClick r:id="rId2"/>
              </a:rPr>
            </a:br>
            <a:endParaRPr kumimoji="0" lang="es-CO" altLang="es-CO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-apple-system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FC14630-77AF-4018-A361-6CB94AFB5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825023"/>
            <a:ext cx="2560320" cy="199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044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0C23EF-A078-4796-AEC6-595FBDDDC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840" y="298383"/>
            <a:ext cx="10952480" cy="627567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MX" sz="2600" dirty="0">
                <a:latin typeface="Arial" panose="020B0604020202020204" pitchFamily="34" charset="0"/>
                <a:cs typeface="Arial" panose="020B0604020202020204" pitchFamily="34" charset="0"/>
              </a:rPr>
              <a:t>Rol: Desarrollador/a Full-</a:t>
            </a:r>
            <a:r>
              <a:rPr lang="es-MX" sz="2600" dirty="0" err="1"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s-MX" sz="2600" dirty="0">
                <a:latin typeface="Arial" panose="020B0604020202020204" pitchFamily="34" charset="0"/>
                <a:cs typeface="Arial" panose="020B0604020202020204" pitchFamily="34" charset="0"/>
              </a:rPr>
              <a:t> Vue.js /Node.js</a:t>
            </a:r>
          </a:p>
          <a:p>
            <a:pPr marL="0" indent="0">
              <a:buNone/>
            </a:pPr>
            <a:r>
              <a:rPr lang="es-MX" sz="2600" dirty="0">
                <a:latin typeface="Arial" panose="020B0604020202020204" pitchFamily="34" charset="0"/>
                <a:cs typeface="Arial" panose="020B0604020202020204" pitchFamily="34" charset="0"/>
              </a:rPr>
              <a:t>Empresa: BC Tecnología</a:t>
            </a:r>
          </a:p>
          <a:p>
            <a:pPr marL="0" indent="0">
              <a:buNone/>
            </a:pPr>
            <a:r>
              <a:rPr lang="es-MX" sz="2600" dirty="0">
                <a:latin typeface="Arial" panose="020B0604020202020204" pitchFamily="34" charset="0"/>
                <a:cs typeface="Arial" panose="020B0604020202020204" pitchFamily="34" charset="0"/>
              </a:rPr>
              <a:t>Herramientas obligatorias:</a:t>
            </a:r>
          </a:p>
          <a:p>
            <a:r>
              <a:rPr lang="es-MX" sz="2600" dirty="0">
                <a:latin typeface="Arial" panose="020B0604020202020204" pitchFamily="34" charset="0"/>
                <a:cs typeface="Arial" panose="020B0604020202020204" pitchFamily="34" charset="0"/>
              </a:rPr>
              <a:t>Frontend: Vue.js 3 (Composition API), JavaScript/TypeScript, Vuex o Pinia, Vite.</a:t>
            </a:r>
          </a:p>
          <a:p>
            <a:r>
              <a:rPr lang="es-MX" sz="2600" dirty="0">
                <a:latin typeface="Arial" panose="020B0604020202020204" pitchFamily="34" charset="0"/>
                <a:cs typeface="Arial" panose="020B0604020202020204" pitchFamily="34" charset="0"/>
              </a:rPr>
              <a:t>Backend: Node.js (NestJS o Express), APIs REST, microservicios.</a:t>
            </a:r>
          </a:p>
          <a:p>
            <a:r>
              <a:rPr lang="es-MX" sz="2600" dirty="0">
                <a:latin typeface="Arial" panose="020B0604020202020204" pitchFamily="34" charset="0"/>
                <a:cs typeface="Arial" panose="020B0604020202020204" pitchFamily="34" charset="0"/>
              </a:rPr>
              <a:t>CI/CD: GitLab CI o GitHub Actions.</a:t>
            </a:r>
          </a:p>
          <a:p>
            <a:r>
              <a:rPr lang="es-MX" sz="2600" dirty="0">
                <a:latin typeface="Arial" panose="020B0604020202020204" pitchFamily="34" charset="0"/>
                <a:cs typeface="Arial" panose="020B0604020202020204" pitchFamily="34" charset="0"/>
              </a:rPr>
              <a:t>Arquitectura: patrones de diseño, servicios desacoplados.</a:t>
            </a:r>
          </a:p>
          <a:p>
            <a:r>
              <a:rPr lang="es-MX" sz="2600" dirty="0">
                <a:latin typeface="Arial" panose="020B0604020202020204" pitchFamily="34" charset="0"/>
                <a:cs typeface="Arial" panose="020B0604020202020204" pitchFamily="34" charset="0"/>
              </a:rPr>
              <a:t>Metodología: Scrum.</a:t>
            </a:r>
          </a:p>
          <a:p>
            <a:pPr marL="0" indent="0">
              <a:buNone/>
            </a:pPr>
            <a:r>
              <a:rPr lang="es-MX" sz="2600" dirty="0">
                <a:latin typeface="Arial" panose="020B0604020202020204" pitchFamily="34" charset="0"/>
                <a:cs typeface="Arial" panose="020B0604020202020204" pitchFamily="34" charset="0"/>
              </a:rPr>
              <a:t>Habilidades blandas: Habilidad para trabajar en equipos ágiles, capacidad de resolución de problemas, proactividad y buena comunicación. Inglés técnico es un plus.</a:t>
            </a:r>
          </a:p>
          <a:p>
            <a:pPr marL="0" indent="0">
              <a:buNone/>
            </a:pPr>
            <a:r>
              <a:rPr lang="es-MX" sz="2600" dirty="0">
                <a:latin typeface="Arial" panose="020B0604020202020204" pitchFamily="34" charset="0"/>
                <a:cs typeface="Arial" panose="020B0604020202020204" pitchFamily="34" charset="0"/>
              </a:rPr>
              <a:t>Formación: Analista Programador/Ingeniero en informática (titulado) o equivalente. No estar estudiando actualmente.</a:t>
            </a:r>
          </a:p>
          <a:p>
            <a:endParaRPr lang="es-CO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1A58667-09DD-45E3-B5B4-8281DBB15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329" y="283945"/>
            <a:ext cx="2627697" cy="133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1158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{1CC92EF5-C720-4028-8319-F13236AFB001}TF6d5feb1e-e145-43f1-b745-cb4b54c5ee97494f94d6-c317f2461df2</Template>
  <TotalTime>56</TotalTime>
  <Words>264</Words>
  <Application>Microsoft Office PowerPoint</Application>
  <PresentationFormat>Panorámica</PresentationFormat>
  <Paragraphs>34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-apple-system</vt:lpstr>
      <vt:lpstr>Arial</vt:lpstr>
      <vt:lpstr>Tw Cen MT</vt:lpstr>
      <vt:lpstr>Circuito</vt:lpstr>
      <vt:lpstr>Ofertas Laborales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6</cp:revision>
  <dcterms:created xsi:type="dcterms:W3CDTF">2026-02-16T20:41:02Z</dcterms:created>
  <dcterms:modified xsi:type="dcterms:W3CDTF">2026-02-20T12:05:15Z</dcterms:modified>
</cp:coreProperties>
</file>