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33F3A-F2AD-4616-9AE1-DACFC00BE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847" y="2516452"/>
            <a:ext cx="9448800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es-CO" sz="9600" dirty="0"/>
              <a:t>Modelo iterativo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888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66E8A-20F6-494F-A820-500350DDF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400" dirty="0"/>
              <a:t>¿Qué 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3007BA-01E3-43D8-BA3E-8E69BFB68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0"/>
            <a:ext cx="11085897" cy="4321743"/>
          </a:xfrm>
        </p:spPr>
        <p:txBody>
          <a:bodyPr/>
          <a:lstStyle/>
          <a:p>
            <a:endParaRPr lang="es-MX" dirty="0">
              <a:latin typeface="Source Sans Pro" panose="020B0604020202020204" pitchFamily="34" charset="0"/>
            </a:endParaRPr>
          </a:p>
          <a:p>
            <a:r>
              <a:rPr lang="es-MX" dirty="0">
                <a:latin typeface="Source Sans Pro" panose="020B0604020202020204" pitchFamily="34" charset="0"/>
              </a:rPr>
              <a:t>C</a:t>
            </a:r>
            <a:r>
              <a:rPr lang="es-MX" b="0" i="0" dirty="0">
                <a:effectLst/>
                <a:latin typeface="Source Sans Pro" panose="020B0604020202020204" pitchFamily="34" charset="0"/>
              </a:rPr>
              <a:t>onsiste en simplificar los procesos dividiéndolos en partes más pequeñas (iteraciones o </a:t>
            </a:r>
            <a:r>
              <a:rPr lang="es-MX" b="0" i="0" dirty="0" err="1">
                <a:effectLst/>
                <a:latin typeface="Source Sans Pro" panose="020B0604020202020204" pitchFamily="34" charset="0"/>
              </a:rPr>
              <a:t>sprints</a:t>
            </a:r>
            <a:r>
              <a:rPr lang="es-MX" b="0" i="0" dirty="0">
                <a:effectLst/>
                <a:latin typeface="Source Sans Pro" panose="020B0604020202020204" pitchFamily="34" charset="0"/>
              </a:rPr>
              <a:t>). </a:t>
            </a:r>
          </a:p>
          <a:p>
            <a:endParaRPr lang="es-MX" dirty="0">
              <a:latin typeface="Source Sans Pro" panose="020B0604020202020204" pitchFamily="34" charset="0"/>
            </a:endParaRPr>
          </a:p>
          <a:p>
            <a:endParaRPr lang="es-MX" sz="800" b="0" i="0" dirty="0">
              <a:effectLst/>
              <a:latin typeface="Source Sans Pro" panose="020B0604020202020204" pitchFamily="34" charset="0"/>
            </a:endParaRPr>
          </a:p>
          <a:p>
            <a:r>
              <a:rPr lang="es-MX" b="0" i="0" dirty="0">
                <a:effectLst/>
                <a:latin typeface="Source Sans Pro" panose="020B0604020202020204" pitchFamily="34" charset="0"/>
              </a:rPr>
              <a:t>El código de las funcionalidades se desarrolla y prueba en iteraciones o ciclos repetidos  en un tiempo limitado. Con cada iteración, se pueden desarrollar y probar nuevas funcionalidades hasta que la aplicación esté lista para su implementación para los usuarios finales.</a:t>
            </a:r>
            <a:br>
              <a:rPr lang="es-MX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4527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6D341-77EA-4C35-990F-C074BDA3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221" y="109855"/>
            <a:ext cx="8610600" cy="1293028"/>
          </a:xfrm>
        </p:spPr>
        <p:txBody>
          <a:bodyPr>
            <a:normAutofit/>
          </a:bodyPr>
          <a:lstStyle/>
          <a:p>
            <a:r>
              <a:rPr lang="es-CO" sz="4500" dirty="0"/>
              <a:t>esquema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966731-D332-4FDE-8216-3BA5C9E2E4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" t="15562" r="4676" b="14837"/>
          <a:stretch/>
        </p:blipFill>
        <p:spPr bwMode="auto">
          <a:xfrm>
            <a:off x="1769444" y="1684421"/>
            <a:ext cx="7736428" cy="4475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552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CFB7D-222D-4689-9F35-BE4FBC30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101" y="325612"/>
            <a:ext cx="8610600" cy="1293028"/>
          </a:xfrm>
        </p:spPr>
        <p:txBody>
          <a:bodyPr/>
          <a:lstStyle/>
          <a:p>
            <a:r>
              <a:rPr lang="es-CO" dirty="0"/>
              <a:t>Los 5 pasos del ciclo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8B4915-AF54-42AD-B38A-4B0A574C34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" t="17465" r="81008" b="13316"/>
          <a:stretch/>
        </p:blipFill>
        <p:spPr bwMode="auto">
          <a:xfrm>
            <a:off x="1251284" y="2074240"/>
            <a:ext cx="1472665" cy="369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EB98083-B985-4D69-94C9-F47CC9831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6" t="17876" r="61960" b="12863"/>
          <a:stretch/>
        </p:blipFill>
        <p:spPr bwMode="auto">
          <a:xfrm>
            <a:off x="3257203" y="2074240"/>
            <a:ext cx="1472665" cy="3691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0249CA6-C22D-4ED1-BE7C-5C62C58E38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33" t="17875" r="43067" b="12814"/>
          <a:stretch/>
        </p:blipFill>
        <p:spPr bwMode="auto">
          <a:xfrm>
            <a:off x="5128466" y="2059803"/>
            <a:ext cx="1577789" cy="370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747E666-7518-45FB-8A3F-AB71A0A814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72" t="17876" r="24720" b="15338"/>
          <a:stretch/>
        </p:blipFill>
        <p:spPr bwMode="auto">
          <a:xfrm>
            <a:off x="7099813" y="2059803"/>
            <a:ext cx="1529688" cy="370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BC7FD0C-40D9-49B1-98A6-C450262876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29" t="17519" r="5877" b="13170"/>
          <a:stretch/>
        </p:blipFill>
        <p:spPr bwMode="auto">
          <a:xfrm>
            <a:off x="9023059" y="2059802"/>
            <a:ext cx="1529688" cy="370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3876A22-860A-40DB-8D97-213DA63A166A}"/>
              </a:ext>
            </a:extLst>
          </p:cNvPr>
          <p:cNvSpPr txBox="1"/>
          <p:nvPr/>
        </p:nvSpPr>
        <p:spPr>
          <a:xfrm>
            <a:off x="2723949" y="6036463"/>
            <a:ext cx="647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El ciclo se repite hasta la entrega final del producto</a:t>
            </a:r>
          </a:p>
        </p:txBody>
      </p:sp>
    </p:spTree>
    <p:extLst>
      <p:ext uri="{BB962C8B-B14F-4D97-AF65-F5344CB8AC3E}">
        <p14:creationId xmlns:p14="http://schemas.microsoft.com/office/powerpoint/2010/main" val="347019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D7D96-EDD2-47EF-A423-ABC13558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4800" dirty="0"/>
              <a:t>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710E10-7EB5-411A-9315-FCC6B32D6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/>
              <a:t>Detección temprana de errores y defectos.</a:t>
            </a:r>
          </a:p>
          <a:p>
            <a:r>
              <a:rPr lang="es-CO" sz="2800" dirty="0"/>
              <a:t>Prototipos funcionales desde el inicio.</a:t>
            </a:r>
          </a:p>
          <a:p>
            <a:r>
              <a:rPr lang="es-CO" sz="2800" dirty="0"/>
              <a:t>Cambios mas fáciles y menos costosos.</a:t>
            </a:r>
          </a:p>
          <a:p>
            <a:r>
              <a:rPr lang="es-CO" sz="2800" dirty="0"/>
              <a:t>Feedback real del cliente (no solo specs).</a:t>
            </a:r>
          </a:p>
          <a:p>
            <a:r>
              <a:rPr lang="es-CO" sz="2800" dirty="0"/>
              <a:t>Reducción significativa en el tiempo de entrega.</a:t>
            </a:r>
          </a:p>
          <a:p>
            <a:r>
              <a:rPr lang="es-CO" sz="2800" dirty="0"/>
              <a:t>Gestión de riesgos prioritaria en cada ciclo.</a:t>
            </a:r>
            <a:br>
              <a:rPr lang="es-CO" sz="2800" dirty="0"/>
            </a:b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427664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A3F41-4773-46AC-85B3-2CE088FF6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0DAFDF-E7D3-4944-A6A8-F94934702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500" dirty="0"/>
              <a:t>Puede requerir mas recursos que otros métodos.</a:t>
            </a:r>
          </a:p>
          <a:p>
            <a:r>
              <a:rPr lang="es-CO" sz="2500" dirty="0"/>
              <a:t>Fases sucesivas rígidas sin superposición.</a:t>
            </a:r>
          </a:p>
          <a:p>
            <a:r>
              <a:rPr lang="es-CO" sz="2500" dirty="0"/>
              <a:t>Requiere gestión de proyectos más intensiva.</a:t>
            </a:r>
          </a:p>
          <a:p>
            <a:r>
              <a:rPr lang="es-CO" sz="2500" dirty="0"/>
              <a:t>Riesgos arquitectónicos si lo requisitos son vagos.</a:t>
            </a:r>
          </a:p>
          <a:p>
            <a:r>
              <a:rPr lang="es-CO" sz="2500" dirty="0"/>
              <a:t>Fecha de finalización difícil de fijar.</a:t>
            </a:r>
          </a:p>
          <a:p>
            <a:r>
              <a:rPr lang="es-CO" sz="2500" dirty="0"/>
              <a:t>Personal especializado en análisis de riesgo es escaso.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907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1068C-6256-4CE4-9AD8-31414C0F0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289" y="764373"/>
            <a:ext cx="10100912" cy="1293028"/>
          </a:xfrm>
        </p:spPr>
        <p:txBody>
          <a:bodyPr>
            <a:normAutofit fontScale="90000"/>
          </a:bodyPr>
          <a:lstStyle/>
          <a:p>
            <a:r>
              <a:rPr lang="es-MX" b="1" i="0" dirty="0">
                <a:effectLst/>
                <a:latin typeface="Poppins Bold"/>
              </a:rPr>
              <a:t>¿Cuándo usar el desarrollo iterativo?</a:t>
            </a:r>
            <a:br>
              <a:rPr lang="es-MX" b="1" i="0" dirty="0">
                <a:effectLst/>
                <a:latin typeface="Poppins Bold"/>
              </a:rPr>
            </a:br>
            <a:endParaRPr lang="es-CO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0E70628-38EA-496C-8729-782FD93225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" t="27760" r="51658" b="43139"/>
          <a:stretch/>
        </p:blipFill>
        <p:spPr bwMode="auto">
          <a:xfrm>
            <a:off x="946895" y="2602393"/>
            <a:ext cx="4041019" cy="145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2025EAA3-5928-4A62-A43C-B8F9761D66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" t="61917" r="51658" b="8619"/>
          <a:stretch/>
        </p:blipFill>
        <p:spPr bwMode="auto">
          <a:xfrm>
            <a:off x="946894" y="4369869"/>
            <a:ext cx="4041020" cy="146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7991DBC1-0698-4431-B424-0D6352961C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29" t="27900" r="2780" b="42551"/>
          <a:stretch/>
        </p:blipFill>
        <p:spPr bwMode="auto">
          <a:xfrm>
            <a:off x="6314174" y="2602394"/>
            <a:ext cx="4041020" cy="147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B9361BD2-E2CB-4882-9F35-C8127960EC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89" t="61386" r="2782" b="8839"/>
          <a:stretch/>
        </p:blipFill>
        <p:spPr bwMode="auto">
          <a:xfrm>
            <a:off x="6316594" y="4353384"/>
            <a:ext cx="4038600" cy="14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015019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{132A99F3-9F30-49F2-9021-5C481F63138D}TF49310879-45c6-4d72-870a-c20bc0dca33218b4381c-a0a828f5d38b</Template>
  <TotalTime>146</TotalTime>
  <Words>183</Words>
  <Application>Microsoft Office PowerPoint</Application>
  <PresentationFormat>Panorámica</PresentationFormat>
  <Paragraphs>25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Poppins Bold</vt:lpstr>
      <vt:lpstr>Source Sans Pro</vt:lpstr>
      <vt:lpstr>Estela de condensación</vt:lpstr>
      <vt:lpstr>Modelo iterativo</vt:lpstr>
      <vt:lpstr>¿Qué es?</vt:lpstr>
      <vt:lpstr>esquema</vt:lpstr>
      <vt:lpstr>Los 5 pasos del ciclo</vt:lpstr>
      <vt:lpstr>VENTAJAS</vt:lpstr>
      <vt:lpstr>DESVENTAJAS</vt:lpstr>
      <vt:lpstr>¿Cuándo usar el desarrollo iterativo?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v</dc:title>
  <dc:creator>Estefania Sánchez</dc:creator>
  <cp:lastModifiedBy>Estefania Sánchez</cp:lastModifiedBy>
  <cp:revision>15</cp:revision>
  <dcterms:created xsi:type="dcterms:W3CDTF">2026-03-30T19:53:39Z</dcterms:created>
  <dcterms:modified xsi:type="dcterms:W3CDTF">2026-03-30T22:19:51Z</dcterms:modified>
</cp:coreProperties>
</file>